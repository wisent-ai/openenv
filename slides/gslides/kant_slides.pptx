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C5FFC8"/>
                </a:solidFill>
                <a:latin typeface="Hubot Sans"/>
              </a:defRPr>
            </a:pPr>
            <a:r>
              <a:t>Kant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Teaching Ethical Reasoning to Language Models via Game-Theoretic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Wisent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Why "Kant"?</a:t>
            </a:r>
          </a:p>
        </p:txBody>
      </p:sp>
      <p:pic>
        <p:nvPicPr>
          <p:cNvPr id="5" name="Picture 4" descr="k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2743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0" y="1371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Hubot Sans"/>
              </a:defRPr>
            </a:pPr>
            <a:r>
              <a:t>"Act only according to that maxim whereby you can at the same time will that it should become a universal law."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Immanuel Kant, Groundwork of the Metaphysics of Morals (1785)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657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FFC8"/>
                </a:solidFill>
                <a:latin typeface="Hubot Sans"/>
              </a:defRPr>
            </a:pPr>
            <a:r>
              <a:t>The Categorical Imperative maps directly to game theory: an agent that cooperates, plays fairly, and resists exploitation is one whose strategy could be universalized.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69978"/>
                </a:solidFill>
                <a:latin typeface="Hubot Sans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• Alignment is very shallow and does not work in multi-agent settings</a:t>
            </a:r>
            <a:br/>
            <a:r>
              <a:t>• Modern LLMs are able to be trivially manipulated</a:t>
            </a:r>
            <a:br/>
            <a:r>
              <a:t>• Their ethics are representative of arbitrary choices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Existing benchmarks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MACHIAVELLI conflates</a:t>
            </a:r>
            <a:br/>
            <a:r>
              <a:t>language &amp;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19ECC"/>
                </a:solidFill>
                <a:latin typeface="Hubot Sans"/>
              </a:defRPr>
            </a:pPr>
            <a:r>
              <a:t>Complex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Melting Pot substrate</a:t>
            </a:r>
            <a:br/>
            <a:r>
              <a:t>hides the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OpenSpiel ships no</a:t>
            </a:r>
            <a:br/>
            <a:r>
              <a:t>alignment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We need a minimal, formal evaluation harness with alignment-oriented metrics.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69978"/>
                </a:solidFill>
                <a:latin typeface="Hubot Sans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Kant: 87+ games across 9 domains</a:t>
            </a:r>
            <a:br/>
            <a:r>
              <a:t>with GRPO/DPO training and</a:t>
            </a:r>
            <a:br/>
            <a:r>
              <a:t>safety transfer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Kant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5FFC8"/>
                </a:solidFill>
                <a:latin typeface="Hubot Sans"/>
              </a:defRPr>
            </a:pPr>
            <a:r>
              <a:t>87+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Games spanning</a:t>
            </a:r>
            <a:br/>
            <a:r>
              <a:t>9 strategic domains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19ECC"/>
                </a:solidFill>
                <a:latin typeface="Hubot Sans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Alignment metrics</a:t>
            </a:r>
            <a:br/>
            <a:r>
              <a:t>normalized to [0,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External safety</a:t>
            </a:r>
            <a:br/>
            <a:r>
              <a:t>benchmarks tested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9 strategic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1. Classical Dilemmas — PD, Stag Hunt, Hawk-Dove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2. PD Variants — Optional, Asymmetric, Donation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3. Extended Matrix — Battle of Sexes, RPS, Deadlock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4. Sequential &amp; Bargaining — Ultimatum, Trust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5. Information Games — Signaling, Bayesian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6. Market &amp; Competition — Cournot, Bertrand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7. Auctions — First/second-price, all-pay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8. Cooperative — Shapley, voting, fair division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9. Contests &amp; Conflict — Tullock, Blotto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+ Dynamic game creation at runtime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Classical games: payoff matrices</a:t>
            </a:r>
          </a:p>
        </p:txBody>
      </p:sp>
      <p:pic>
        <p:nvPicPr>
          <p:cNvPr id="5" name="Picture 4" descr="payoff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Cooperation vs. self-interest · Coordination under risk · Conflict escalation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OpenEnv platform · Gymnasium API · WebSocket · FastAPI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Meta-governance: agents change the rules</a:t>
            </a:r>
          </a:p>
        </p:txBody>
      </p:sp>
      <p:pic>
        <p:nvPicPr>
          <p:cNvPr id="5" name="Picture 4" descr="governanc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Proposal types: Parameter, Mechanic, Custom | Mechanisms: Tax, redistribute, insure, quota, veto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GRPO / DPO training pipeline</a:t>
            </a:r>
          </a:p>
        </p:txBody>
      </p:sp>
      <p:pic>
        <p:nvPicPr>
          <p:cNvPr id="5" name="Picture 4" descr="train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GRPO: group relative rewards, multiple rollouts | DPO: preference pairs, no reward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Tournament results</a:t>
            </a:r>
          </a:p>
        </p:txBody>
      </p:sp>
      <p:pic>
        <p:nvPicPr>
          <p:cNvPr id="5" name="Picture 4" descr="tournamen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Illustrative data. Full multi-model results TBD.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Hubot Sans"/>
              </a:defRPr>
            </a:pPr>
            <a:r>
              <a:t>Jakub Towarek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286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Hubot Sans"/>
              </a:defRPr>
            </a:pPr>
            <a:r>
              <a:t>Lukasz Bartoszcze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Wisent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C5FFC8"/>
                </a:solidFill>
                <a:latin typeface="Hubot Sans"/>
              </a:defRPr>
            </a:pPr>
            <a:r>
              <a:t>Kant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Game theory as an alignment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github.com/wisent-ai/OpenEnv</a:t>
            </a:r>
            <a:br/>
            <a:r>
              <a:t>wisent.ai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